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77" r:id="rId6"/>
    <p:sldId id="279" r:id="rId7"/>
    <p:sldId id="268" r:id="rId8"/>
    <p:sldId id="258" r:id="rId9"/>
    <p:sldId id="286" r:id="rId10"/>
    <p:sldId id="291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03D314-F322-41F5-9353-C6F4C1B6494B}" v="18" dt="2025-10-05T12:34:15.767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104" d="100"/>
          <a:sy n="104" d="100"/>
        </p:scale>
        <p:origin x="870" y="102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U RADU-TODOR" userId="b3baab90-625d-49f3-88c5-730492f22aab" providerId="ADAL" clId="{DFCAE474-6405-43D3-AE8D-F6CFA8AAB8F9}"/>
    <pc:docChg chg="undo custSel delSld modSld sldOrd">
      <pc:chgData name="ALEXANDRU RADU-TODOR" userId="b3baab90-625d-49f3-88c5-730492f22aab" providerId="ADAL" clId="{DFCAE474-6405-43D3-AE8D-F6CFA8AAB8F9}" dt="2025-10-05T12:34:34.516" v="300" actId="20577"/>
      <pc:docMkLst>
        <pc:docMk/>
      </pc:docMkLst>
      <pc:sldChg chg="modSp mod">
        <pc:chgData name="ALEXANDRU RADU-TODOR" userId="b3baab90-625d-49f3-88c5-730492f22aab" providerId="ADAL" clId="{DFCAE474-6405-43D3-AE8D-F6CFA8AAB8F9}" dt="2025-10-05T12:07:58.081" v="221" actId="20577"/>
        <pc:sldMkLst>
          <pc:docMk/>
          <pc:sldMk cId="1642425379" sldId="256"/>
        </pc:sldMkLst>
        <pc:spChg chg="mod">
          <ac:chgData name="ALEXANDRU RADU-TODOR" userId="b3baab90-625d-49f3-88c5-730492f22aab" providerId="ADAL" clId="{DFCAE474-6405-43D3-AE8D-F6CFA8AAB8F9}" dt="2025-10-05T12:07:58.081" v="221" actId="20577"/>
          <ac:spMkLst>
            <pc:docMk/>
            <pc:sldMk cId="1642425379" sldId="256"/>
            <ac:spMk id="2" creationId="{216815C6-3AD0-46E6-A74A-1967BD91AF50}"/>
          </ac:spMkLst>
        </pc:spChg>
      </pc:sldChg>
      <pc:sldChg chg="del">
        <pc:chgData name="ALEXANDRU RADU-TODOR" userId="b3baab90-625d-49f3-88c5-730492f22aab" providerId="ADAL" clId="{DFCAE474-6405-43D3-AE8D-F6CFA8AAB8F9}" dt="2025-10-05T12:08:05.943" v="222" actId="47"/>
        <pc:sldMkLst>
          <pc:docMk/>
          <pc:sldMk cId="566997565" sldId="260"/>
        </pc:sldMkLst>
      </pc:sldChg>
      <pc:sldChg chg="del">
        <pc:chgData name="ALEXANDRU RADU-TODOR" userId="b3baab90-625d-49f3-88c5-730492f22aab" providerId="ADAL" clId="{DFCAE474-6405-43D3-AE8D-F6CFA8AAB8F9}" dt="2025-10-05T12:08:05.943" v="222" actId="47"/>
        <pc:sldMkLst>
          <pc:docMk/>
          <pc:sldMk cId="1593920805" sldId="262"/>
        </pc:sldMkLst>
      </pc:sldChg>
      <pc:sldChg chg="del">
        <pc:chgData name="ALEXANDRU RADU-TODOR" userId="b3baab90-625d-49f3-88c5-730492f22aab" providerId="ADAL" clId="{DFCAE474-6405-43D3-AE8D-F6CFA8AAB8F9}" dt="2025-10-05T12:08:05.943" v="222" actId="47"/>
        <pc:sldMkLst>
          <pc:docMk/>
          <pc:sldMk cId="1346372204" sldId="264"/>
        </pc:sldMkLst>
      </pc:sldChg>
      <pc:sldChg chg="addSp delSp modSp mod ord">
        <pc:chgData name="ALEXANDRU RADU-TODOR" userId="b3baab90-625d-49f3-88c5-730492f22aab" providerId="ADAL" clId="{DFCAE474-6405-43D3-AE8D-F6CFA8AAB8F9}" dt="2025-10-05T12:06:27.111" v="207" actId="14100"/>
        <pc:sldMkLst>
          <pc:docMk/>
          <pc:sldMk cId="4151694508" sldId="268"/>
        </pc:sldMkLst>
        <pc:spChg chg="add del mod">
          <ac:chgData name="ALEXANDRU RADU-TODOR" userId="b3baab90-625d-49f3-88c5-730492f22aab" providerId="ADAL" clId="{DFCAE474-6405-43D3-AE8D-F6CFA8AAB8F9}" dt="2025-10-05T11:59:36.687" v="113" actId="478"/>
          <ac:spMkLst>
            <pc:docMk/>
            <pc:sldMk cId="4151694508" sldId="268"/>
            <ac:spMk id="3" creationId="{82DDE6C5-3C60-FE1B-E2B7-57C1606916F3}"/>
          </ac:spMkLst>
        </pc:spChg>
        <pc:spChg chg="del">
          <ac:chgData name="ALEXANDRU RADU-TODOR" userId="b3baab90-625d-49f3-88c5-730492f22aab" providerId="ADAL" clId="{DFCAE474-6405-43D3-AE8D-F6CFA8AAB8F9}" dt="2025-10-05T11:58:59.776" v="101" actId="21"/>
          <ac:spMkLst>
            <pc:docMk/>
            <pc:sldMk cId="4151694508" sldId="268"/>
            <ac:spMk id="4" creationId="{FAD2AE59-5630-4D5C-83A9-4CDEF4D7DCFB}"/>
          </ac:spMkLst>
        </pc:spChg>
        <pc:spChg chg="add mod">
          <ac:chgData name="ALEXANDRU RADU-TODOR" userId="b3baab90-625d-49f3-88c5-730492f22aab" providerId="ADAL" clId="{DFCAE474-6405-43D3-AE8D-F6CFA8AAB8F9}" dt="2025-10-05T11:59:03.051" v="103"/>
          <ac:spMkLst>
            <pc:docMk/>
            <pc:sldMk cId="4151694508" sldId="268"/>
            <ac:spMk id="5" creationId="{FAD2AE59-5630-4D5C-83A9-4CDEF4D7DCFB}"/>
          </ac:spMkLst>
        </pc:spChg>
        <pc:spChg chg="del mod">
          <ac:chgData name="ALEXANDRU RADU-TODOR" userId="b3baab90-625d-49f3-88c5-730492f22aab" providerId="ADAL" clId="{DFCAE474-6405-43D3-AE8D-F6CFA8AAB8F9}" dt="2025-10-05T11:59:45.202" v="117" actId="478"/>
          <ac:spMkLst>
            <pc:docMk/>
            <pc:sldMk cId="4151694508" sldId="268"/>
            <ac:spMk id="6" creationId="{5A6B31B0-7B84-475D-961F-09C0191F91A2}"/>
          </ac:spMkLst>
        </pc:spChg>
        <pc:spChg chg="del">
          <ac:chgData name="ALEXANDRU RADU-TODOR" userId="b3baab90-625d-49f3-88c5-730492f22aab" providerId="ADAL" clId="{DFCAE474-6405-43D3-AE8D-F6CFA8AAB8F9}" dt="2025-10-05T11:59:24.533" v="109" actId="478"/>
          <ac:spMkLst>
            <pc:docMk/>
            <pc:sldMk cId="4151694508" sldId="268"/>
            <ac:spMk id="8" creationId="{813F3455-E568-40C9-9F4D-8C89F4CD95F8}"/>
          </ac:spMkLst>
        </pc:spChg>
        <pc:spChg chg="add mod">
          <ac:chgData name="ALEXANDRU RADU-TODOR" userId="b3baab90-625d-49f3-88c5-730492f22aab" providerId="ADAL" clId="{DFCAE474-6405-43D3-AE8D-F6CFA8AAB8F9}" dt="2025-10-05T12:06:27.111" v="207" actId="14100"/>
          <ac:spMkLst>
            <pc:docMk/>
            <pc:sldMk cId="4151694508" sldId="268"/>
            <ac:spMk id="9" creationId="{D0F37E3A-715B-FF73-6D43-63ABC7462BBA}"/>
          </ac:spMkLst>
        </pc:spChg>
        <pc:spChg chg="add del mod">
          <ac:chgData name="ALEXANDRU RADU-TODOR" userId="b3baab90-625d-49f3-88c5-730492f22aab" providerId="ADAL" clId="{DFCAE474-6405-43D3-AE8D-F6CFA8AAB8F9}" dt="2025-10-05T11:59:38.406" v="114" actId="478"/>
          <ac:spMkLst>
            <pc:docMk/>
            <pc:sldMk cId="4151694508" sldId="268"/>
            <ac:spMk id="11" creationId="{0DE8CDC5-A1D0-64B3-793B-17C28CA37770}"/>
          </ac:spMkLst>
        </pc:spChg>
        <pc:spChg chg="add del mod">
          <ac:chgData name="ALEXANDRU RADU-TODOR" userId="b3baab90-625d-49f3-88c5-730492f22aab" providerId="ADAL" clId="{DFCAE474-6405-43D3-AE8D-F6CFA8AAB8F9}" dt="2025-10-05T11:59:48.087" v="118" actId="478"/>
          <ac:spMkLst>
            <pc:docMk/>
            <pc:sldMk cId="4151694508" sldId="268"/>
            <ac:spMk id="13" creationId="{066F66D9-7661-E853-B697-A81B87182120}"/>
          </ac:spMkLst>
        </pc:spChg>
        <pc:spChg chg="add del mod">
          <ac:chgData name="ALEXANDRU RADU-TODOR" userId="b3baab90-625d-49f3-88c5-730492f22aab" providerId="ADAL" clId="{DFCAE474-6405-43D3-AE8D-F6CFA8AAB8F9}" dt="2025-10-05T12:05:33.475" v="193" actId="478"/>
          <ac:spMkLst>
            <pc:docMk/>
            <pc:sldMk cId="4151694508" sldId="268"/>
            <ac:spMk id="14" creationId="{A8BA9200-4E24-B8FA-E7BC-5F5DB080BCF0}"/>
          </ac:spMkLst>
        </pc:spChg>
        <pc:spChg chg="add del mod">
          <ac:chgData name="ALEXANDRU RADU-TODOR" userId="b3baab90-625d-49f3-88c5-730492f22aab" providerId="ADAL" clId="{DFCAE474-6405-43D3-AE8D-F6CFA8AAB8F9}" dt="2025-10-05T12:05:40.032" v="195" actId="478"/>
          <ac:spMkLst>
            <pc:docMk/>
            <pc:sldMk cId="4151694508" sldId="268"/>
            <ac:spMk id="15" creationId="{FF766EF4-4ACF-E69A-A71B-4F40E85E28C5}"/>
          </ac:spMkLst>
        </pc:spChg>
        <pc:picChg chg="add mod">
          <ac:chgData name="ALEXANDRU RADU-TODOR" userId="b3baab90-625d-49f3-88c5-730492f22aab" providerId="ADAL" clId="{DFCAE474-6405-43D3-AE8D-F6CFA8AAB8F9}" dt="2025-10-05T12:06:13.279" v="202" actId="1076"/>
          <ac:picMkLst>
            <pc:docMk/>
            <pc:sldMk cId="4151694508" sldId="268"/>
            <ac:picMk id="17" creationId="{36F64F15-AF32-DA37-C4D8-67595135D9AA}"/>
          </ac:picMkLst>
        </pc:picChg>
      </pc:sldChg>
      <pc:sldChg chg="modSp mod">
        <pc:chgData name="ALEXANDRU RADU-TODOR" userId="b3baab90-625d-49f3-88c5-730492f22aab" providerId="ADAL" clId="{DFCAE474-6405-43D3-AE8D-F6CFA8AAB8F9}" dt="2025-10-05T12:05:13.893" v="190" actId="20577"/>
        <pc:sldMkLst>
          <pc:docMk/>
          <pc:sldMk cId="2436493926" sldId="276"/>
        </pc:sldMkLst>
        <pc:spChg chg="mod">
          <ac:chgData name="ALEXANDRU RADU-TODOR" userId="b3baab90-625d-49f3-88c5-730492f22aab" providerId="ADAL" clId="{DFCAE474-6405-43D3-AE8D-F6CFA8AAB8F9}" dt="2025-10-05T12:05:13.893" v="190" actId="20577"/>
          <ac:spMkLst>
            <pc:docMk/>
            <pc:sldMk cId="2436493926" sldId="276"/>
            <ac:spMk id="3" creationId="{24AFFC60-19C3-4901-93F7-7AAF4C09F8C6}"/>
          </ac:spMkLst>
        </pc:spChg>
      </pc:sldChg>
      <pc:sldChg chg="modSp mod">
        <pc:chgData name="ALEXANDRU RADU-TODOR" userId="b3baab90-625d-49f3-88c5-730492f22aab" providerId="ADAL" clId="{DFCAE474-6405-43D3-AE8D-F6CFA8AAB8F9}" dt="2025-10-05T12:30:28.926" v="241" actId="20577"/>
        <pc:sldMkLst>
          <pc:docMk/>
          <pc:sldMk cId="4252466045" sldId="279"/>
        </pc:sldMkLst>
        <pc:spChg chg="mod">
          <ac:chgData name="ALEXANDRU RADU-TODOR" userId="b3baab90-625d-49f3-88c5-730492f22aab" providerId="ADAL" clId="{DFCAE474-6405-43D3-AE8D-F6CFA8AAB8F9}" dt="2025-10-05T12:29:58.338" v="224" actId="1076"/>
          <ac:spMkLst>
            <pc:docMk/>
            <pc:sldMk cId="4252466045" sldId="279"/>
            <ac:spMk id="7" creationId="{3FF2D739-E475-54F8-C832-F04A983D0F24}"/>
          </ac:spMkLst>
        </pc:spChg>
        <pc:spChg chg="mod">
          <ac:chgData name="ALEXANDRU RADU-TODOR" userId="b3baab90-625d-49f3-88c5-730492f22aab" providerId="ADAL" clId="{DFCAE474-6405-43D3-AE8D-F6CFA8AAB8F9}" dt="2025-10-05T12:29:49.308" v="223" actId="1076"/>
          <ac:spMkLst>
            <pc:docMk/>
            <pc:sldMk cId="4252466045" sldId="279"/>
            <ac:spMk id="8" creationId="{8E323639-65E1-FDBD-1BE3-374BB39C1971}"/>
          </ac:spMkLst>
        </pc:spChg>
        <pc:spChg chg="mod">
          <ac:chgData name="ALEXANDRU RADU-TODOR" userId="b3baab90-625d-49f3-88c5-730492f22aab" providerId="ADAL" clId="{DFCAE474-6405-43D3-AE8D-F6CFA8AAB8F9}" dt="2025-10-05T12:30:28.926" v="241" actId="20577"/>
          <ac:spMkLst>
            <pc:docMk/>
            <pc:sldMk cId="4252466045" sldId="279"/>
            <ac:spMk id="23" creationId="{5FB75C3E-5885-49DD-8190-BB1E8C511A7E}"/>
          </ac:spMkLst>
        </pc:spChg>
      </pc:sldChg>
      <pc:sldChg chg="addSp delSp modSp mod">
        <pc:chgData name="ALEXANDRU RADU-TODOR" userId="b3baab90-625d-49f3-88c5-730492f22aab" providerId="ADAL" clId="{DFCAE474-6405-43D3-AE8D-F6CFA8AAB8F9}" dt="2025-10-05T12:04:26.090" v="161" actId="113"/>
        <pc:sldMkLst>
          <pc:docMk/>
          <pc:sldMk cId="1418789964" sldId="286"/>
        </pc:sldMkLst>
        <pc:spChg chg="add del mod">
          <ac:chgData name="ALEXANDRU RADU-TODOR" userId="b3baab90-625d-49f3-88c5-730492f22aab" providerId="ADAL" clId="{DFCAE474-6405-43D3-AE8D-F6CFA8AAB8F9}" dt="2025-10-05T12:03:41.610" v="148" actId="478"/>
          <ac:spMkLst>
            <pc:docMk/>
            <pc:sldMk cId="1418789964" sldId="286"/>
            <ac:spMk id="4" creationId="{7BCC8E4A-77E4-C78C-4D61-2513BF806500}"/>
          </ac:spMkLst>
        </pc:spChg>
        <pc:spChg chg="mod">
          <ac:chgData name="ALEXANDRU RADU-TODOR" userId="b3baab90-625d-49f3-88c5-730492f22aab" providerId="ADAL" clId="{DFCAE474-6405-43D3-AE8D-F6CFA8AAB8F9}" dt="2025-10-05T12:04:26.090" v="161" actId="113"/>
          <ac:spMkLst>
            <pc:docMk/>
            <pc:sldMk cId="1418789964" sldId="286"/>
            <ac:spMk id="7" creationId="{02492136-277B-808E-9D1B-0527359207DB}"/>
          </ac:spMkLst>
        </pc:spChg>
        <pc:spChg chg="del">
          <ac:chgData name="ALEXANDRU RADU-TODOR" userId="b3baab90-625d-49f3-88c5-730492f22aab" providerId="ADAL" clId="{DFCAE474-6405-43D3-AE8D-F6CFA8AAB8F9}" dt="2025-10-05T12:03:38.255" v="147" actId="478"/>
          <ac:spMkLst>
            <pc:docMk/>
            <pc:sldMk cId="1418789964" sldId="286"/>
            <ac:spMk id="12" creationId="{D3251268-42B4-3B45-A59B-740E2DB97A00}"/>
          </ac:spMkLst>
        </pc:spChg>
      </pc:sldChg>
      <pc:sldChg chg="del">
        <pc:chgData name="ALEXANDRU RADU-TODOR" userId="b3baab90-625d-49f3-88c5-730492f22aab" providerId="ADAL" clId="{DFCAE474-6405-43D3-AE8D-F6CFA8AAB8F9}" dt="2025-10-05T12:08:05.943" v="222" actId="47"/>
        <pc:sldMkLst>
          <pc:docMk/>
          <pc:sldMk cId="1329539271" sldId="290"/>
        </pc:sldMkLst>
      </pc:sldChg>
      <pc:sldChg chg="modSp mod">
        <pc:chgData name="ALEXANDRU RADU-TODOR" userId="b3baab90-625d-49f3-88c5-730492f22aab" providerId="ADAL" clId="{DFCAE474-6405-43D3-AE8D-F6CFA8AAB8F9}" dt="2025-10-05T12:34:34.516" v="300" actId="20577"/>
        <pc:sldMkLst>
          <pc:docMk/>
          <pc:sldMk cId="3003251909" sldId="291"/>
        </pc:sldMkLst>
        <pc:spChg chg="mod">
          <ac:chgData name="ALEXANDRU RADU-TODOR" userId="b3baab90-625d-49f3-88c5-730492f22aab" providerId="ADAL" clId="{DFCAE474-6405-43D3-AE8D-F6CFA8AAB8F9}" dt="2025-10-05T12:34:34.516" v="300" actId="20577"/>
          <ac:spMkLst>
            <pc:docMk/>
            <pc:sldMk cId="3003251909" sldId="291"/>
            <ac:spMk id="3" creationId="{1901B20D-4C28-4DA3-ABBD-718C22A5E58B}"/>
          </ac:spMkLst>
        </pc:spChg>
      </pc:sldChg>
      <pc:sldChg chg="del">
        <pc:chgData name="ALEXANDRU RADU-TODOR" userId="b3baab90-625d-49f3-88c5-730492f22aab" providerId="ADAL" clId="{DFCAE474-6405-43D3-AE8D-F6CFA8AAB8F9}" dt="2025-10-05T12:08:05.943" v="222" actId="47"/>
        <pc:sldMkLst>
          <pc:docMk/>
          <pc:sldMk cId="2390678392" sldId="292"/>
        </pc:sldMkLst>
      </pc:sldChg>
      <pc:sldChg chg="del">
        <pc:chgData name="ALEXANDRU RADU-TODOR" userId="b3baab90-625d-49f3-88c5-730492f22aab" providerId="ADAL" clId="{DFCAE474-6405-43D3-AE8D-F6CFA8AAB8F9}" dt="2025-10-05T12:08:05.943" v="222" actId="47"/>
        <pc:sldMkLst>
          <pc:docMk/>
          <pc:sldMk cId="3321995936" sldId="293"/>
        </pc:sldMkLst>
      </pc:sldChg>
      <pc:sldChg chg="del">
        <pc:chgData name="ALEXANDRU RADU-TODOR" userId="b3baab90-625d-49f3-88c5-730492f22aab" providerId="ADAL" clId="{DFCAE474-6405-43D3-AE8D-F6CFA8AAB8F9}" dt="2025-10-05T12:08:05.943" v="222" actId="47"/>
        <pc:sldMkLst>
          <pc:docMk/>
          <pc:sldMk cId="908177480" sldId="294"/>
        </pc:sldMkLst>
      </pc:sldChg>
      <pc:sldChg chg="del">
        <pc:chgData name="ALEXANDRU RADU-TODOR" userId="b3baab90-625d-49f3-88c5-730492f22aab" providerId="ADAL" clId="{DFCAE474-6405-43D3-AE8D-F6CFA8AAB8F9}" dt="2025-10-05T12:08:05.943" v="222" actId="47"/>
        <pc:sldMkLst>
          <pc:docMk/>
          <pc:sldMk cId="3178133439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Exoplanet Identification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481A65-F877-3B13-F376-4B70EBB808CE}"/>
              </a:ext>
            </a:extLst>
          </p:cNvPr>
          <p:cNvSpPr txBox="1">
            <a:spLocks/>
          </p:cNvSpPr>
          <p:nvPr/>
        </p:nvSpPr>
        <p:spPr>
          <a:xfrm>
            <a:off x="9060873" y="5948218"/>
            <a:ext cx="3131126" cy="837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dirty="0"/>
              <a:t>By: Team </a:t>
            </a:r>
            <a:r>
              <a:rPr lang="ro-RO" sz="2500" dirty="0"/>
              <a:t>Câ</a:t>
            </a:r>
            <a:r>
              <a:rPr lang="en-US" sz="2500" dirty="0"/>
              <a:t>Ni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The problem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Space missions like </a:t>
            </a:r>
            <a:r>
              <a:rPr lang="en-US" b="1" dirty="0"/>
              <a:t>Kepler</a:t>
            </a:r>
            <a:r>
              <a:rPr lang="en-US" dirty="0"/>
              <a:t>, </a:t>
            </a:r>
            <a:r>
              <a:rPr lang="en-US" b="1" dirty="0"/>
              <a:t>K2</a:t>
            </a:r>
            <a:r>
              <a:rPr lang="en-US" dirty="0"/>
              <a:t>, and </a:t>
            </a:r>
            <a:r>
              <a:rPr lang="en-US" b="1" dirty="0"/>
              <a:t>TESS</a:t>
            </a:r>
            <a:r>
              <a:rPr lang="en-US" dirty="0"/>
              <a:t> generate thousands of candidate detections.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signal must be classified as Confirmed, Candidate, or False Positive.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Manual vetting is slow, inconsistent, and data is often noisy or incomplete.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As the data volume grows, </a:t>
            </a:r>
            <a:r>
              <a:rPr lang="en-US" b="1" dirty="0"/>
              <a:t>scientists struggle to keep 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0"/>
            <a:ext cx="9866540" cy="1533054"/>
          </a:xfrm>
        </p:spPr>
        <p:txBody>
          <a:bodyPr>
            <a:normAutofit fontScale="90000"/>
          </a:bodyPr>
          <a:lstStyle/>
          <a:p>
            <a:r>
              <a:rPr lang="en-US" dirty="0"/>
              <a:t>The Solution: Web App +</a:t>
            </a:r>
            <a:br>
              <a:rPr lang="en-US" dirty="0"/>
            </a:br>
            <a:r>
              <a:rPr lang="en-US" dirty="0"/>
              <a:t>Physics-Informed Transformer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455179" y="2632364"/>
            <a:ext cx="5125316" cy="3790208"/>
          </a:xfrm>
        </p:spPr>
        <p:txBody>
          <a:bodyPr>
            <a:normAutofit/>
          </a:bodyPr>
          <a:lstStyle/>
          <a:p>
            <a:r>
              <a:rPr lang="en-US" dirty="0"/>
              <a:t>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Column-token </a:t>
            </a:r>
            <a:r>
              <a:rPr lang="en-US" b="1" dirty="0"/>
              <a:t>Transformer</a:t>
            </a:r>
            <a:r>
              <a:rPr lang="en-US" dirty="0"/>
              <a:t> trained on ∼20k labeled exoplanet samples.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Handles uncertainties, asymmetries, and missing features natively.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Auxiliary heads </a:t>
            </a:r>
            <a:r>
              <a:rPr lang="en-US" dirty="0"/>
              <a:t>predict physical quantities: radius ratio, stellar density, equilibrium temperature,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Physics-informed</a:t>
            </a:r>
            <a:r>
              <a:rPr lang="en-US" dirty="0"/>
              <a:t> loss enforces consistency with astrophysical laws.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323639-65E1-FDBD-1BE3-374BB39C19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2574" y="2544374"/>
            <a:ext cx="4381005" cy="3811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Interface: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 App for inference and explainability.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 accepts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shows: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Class probabilities (Confirmed / Candidate / False Positive)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Top-5 influential features (via SHAP-like attributions)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Top-3 most informative missing features (via VOI analysis)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F37E3A-715B-FF73-6D43-63ABC7462BBA}"/>
              </a:ext>
            </a:extLst>
          </p:cNvPr>
          <p:cNvSpPr txBox="1">
            <a:spLocks/>
          </p:cNvSpPr>
          <p:nvPr/>
        </p:nvSpPr>
        <p:spPr>
          <a:xfrm>
            <a:off x="281956" y="1210836"/>
            <a:ext cx="4613893" cy="2761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Model 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Validation Accuracy: </a:t>
            </a:r>
            <a:r>
              <a:rPr lang="en-US" b="1" dirty="0"/>
              <a:t>83.0%</a:t>
            </a:r>
            <a:r>
              <a:rPr lang="en-US" dirty="0"/>
              <a:t> — Test Accuracy: </a:t>
            </a:r>
            <a:r>
              <a:rPr lang="en-US" b="1" dirty="0"/>
              <a:t>78.6%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Balanced performance across all 3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Physics-informed consistency improved generalization.</a:t>
            </a:r>
          </a:p>
        </p:txBody>
      </p:sp>
      <p:pic>
        <p:nvPicPr>
          <p:cNvPr id="17" name="Picture 16" descr="A screenshot of a graph&#10;&#10;AI-generated content may be incorrect.">
            <a:extLst>
              <a:ext uri="{FF2B5EF4-FFF2-40B4-BE49-F238E27FC236}">
                <a16:creationId xmlns:a16="http://schemas.microsoft.com/office/drawing/2014/main" id="{36F64F15-AF32-DA37-C4D8-67595135D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671" y="1210836"/>
            <a:ext cx="5369429" cy="443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6594768" cy="5537284"/>
          </a:xfrm>
        </p:spPr>
        <p:txBody>
          <a:bodyPr>
            <a:normAutofit/>
          </a:bodyPr>
          <a:lstStyle/>
          <a:p>
            <a:r>
              <a:rPr lang="en-US" dirty="0"/>
              <a:t>DEMO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FEE3201-2316-A1C4-6808-EED9FE0A60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831089"/>
          </a:xfrm>
        </p:spPr>
        <p:txBody>
          <a:bodyPr/>
          <a:lstStyle/>
          <a:p>
            <a:r>
              <a:rPr lang="en-US" dirty="0"/>
              <a:t>THE IMPACT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492136-277B-808E-9D1B-052735920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16752" y="1721886"/>
            <a:ext cx="7889768" cy="453838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Cuts validation time </a:t>
            </a:r>
            <a:r>
              <a:rPr lang="en-US" dirty="0"/>
              <a:t>from weeks to minutes.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Produces </a:t>
            </a:r>
            <a:r>
              <a:rPr lang="en-US" b="1" dirty="0"/>
              <a:t>interpretable</a:t>
            </a:r>
            <a:r>
              <a:rPr lang="en-US" dirty="0"/>
              <a:t> predictions that align with physics.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</a:t>
            </a:r>
            <a:r>
              <a:rPr lang="en-US" b="1" dirty="0"/>
              <a:t>active learning</a:t>
            </a:r>
            <a:r>
              <a:rPr lang="en-US" dirty="0"/>
              <a:t>: identifies which measurements to collect next.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across domains (Kepler, TESS, K2) with domain-agnostic embeddings.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astronomers in turning raw light curves into </a:t>
            </a:r>
            <a:r>
              <a:rPr lang="en-US" b="1" dirty="0"/>
              <a:t>confirmed worlds</a:t>
            </a:r>
            <a:r>
              <a:rPr lang="en-US" dirty="0"/>
              <a:t>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2"/>
            <a:ext cx="6449786" cy="1399639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772" y="1976581"/>
            <a:ext cx="6449785" cy="3214255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Problem</a:t>
            </a:r>
            <a:r>
              <a:rPr lang="en-US" dirty="0"/>
              <a:t>: Too many exoplanet candidates, hard to manually validate.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Solution</a:t>
            </a:r>
            <a:r>
              <a:rPr lang="en-US" dirty="0"/>
              <a:t>: Explainable Web Interface using a Physics-aware Transformer.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Impact</a:t>
            </a:r>
            <a:r>
              <a:rPr lang="en-US" dirty="0"/>
              <a:t>: Trustworthy, scalable, and efficient discovery of new planets.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/>
          </a:bodyPr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{F119B8A0-5847-4254-83DA-54E2B5B95A55}TF55c86556-70ea-476e-aa05-13a38f2d5b0da1381d77_win32-a3c664429073</Template>
  <TotalTime>58</TotalTime>
  <Words>298</Words>
  <Application>Microsoft Office PowerPoint</Application>
  <PresentationFormat>Widescreen</PresentationFormat>
  <Paragraphs>50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Calibri</vt:lpstr>
      <vt:lpstr>Custom</vt:lpstr>
      <vt:lpstr>Exoplanet Identification</vt:lpstr>
      <vt:lpstr>The problem</vt:lpstr>
      <vt:lpstr>The Solution: Web App + Physics-Informed Transformer</vt:lpstr>
      <vt:lpstr>PowerPoint Presentation</vt:lpstr>
      <vt:lpstr>DEMO</vt:lpstr>
      <vt:lpstr>THE IMPACT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ALEXANDRU RADU-TODOR</dc:creator>
  <cp:lastModifiedBy>ALEXANDRU RADU-TODOR</cp:lastModifiedBy>
  <cp:revision>1</cp:revision>
  <dcterms:created xsi:type="dcterms:W3CDTF">2025-10-05T11:33:29Z</dcterms:created>
  <dcterms:modified xsi:type="dcterms:W3CDTF">2025-10-05T12:34:38Z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